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components: four site-level tools, then pathway analysis and the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wrote this first, deliberately, before integrating anything external. It gave me a ground truth to test the other three against.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only column in the whole tool with no statistical model behind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of these came from a spike I ran before writing any wrapper code. Each is a real failure I hit.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hsa-miR-21-5p. Energy alone would rank GAPDH's coding region above the textbook miR-21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Measuring the transcript disagreement came before deciding how to integrate. Nothing was assumed.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context++ is an empirical regression trained on measured mRNA fold changes. PCT is comparative genomics. They are independent axes.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loader refuses to run if a fifth Support Type ever appears, rather than guessing where it belongs.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Limitation to state: the status label is decided by strong functional evidence first, so a contradicted pair still reads as validated. The contradicting count is shown beside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never does statistics; R never touches the database. The interface between them is a file I can inspect.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control disproved my own idea. TargetScan is seed-based already, so intersecting it with my seed scan is not independent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gene-gene layer is what turns a star into a picture. A bare miRNA-to-targets graph shows nothing the table does not already say.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yellow-inside-blue case is the hypothesis generator, and the main reason the network is worth drawing.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framework is the contribution. Adding a fifth tool needs no change to the orchestrator, the API, the results table or the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9659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miRPanel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880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Tools Inside the Tool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520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each tool was added, what I changed, and what its result means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Aungshuman Das  ·  Department of Genetic Engineering and Biotechnology, University of Dhaka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Seed Analyser — How I Built 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from scratch. No library and no downloaded program.</a:t>
            </a:r>
            <a:endParaRPr lang="en-US" sz="17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happens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Take the seed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miRNA nucleotides 2 to 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Reverse complement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pattern a target site must have to pair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Search the transcript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match, overlapping ones included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Classify the hit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8mer  /  7mer-m8  /  7mer-A1  /  6mer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4709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files, both mine:   src/tools/seed.py  (99 lines)   +   seed_tool.py  (41 lines)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5138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seed.py has no imports at all — it is plain Python.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it scans our own MANE sequence, its coordinates are correct by construction.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Analyser — Decisions and Result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choices I made, and what the output means.</a:t>
            </a:r>
            <a:endParaRPr lang="en-US" sz="1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713232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 decision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F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 overlapping matches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tandem repeat holds two real sites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Convert U to T everywhere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user may paste RNA or DNA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Flag 6mer as low confidence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6mer is barely better than chance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Shift the start for 8mer sites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8mer begins one nucleotide before the 6mer core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44988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result column means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4983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“8mer” means a perfect Watson-Crick match is physically present in this MANE transcript,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an A opposite position 1 and a pair at position 8.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model. No probability. It is a direct observation of the sequence.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RNAhybrid — How I Integrated 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Debian package 2.1.2-8, used unmodified. I wrote a wrapper around it.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 wrapper does this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RNAhybrid on its own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Pulls the MANE sequence from SQLite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Needs a FASTA file handed to it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Wraps the FASTA at 60 characters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Silently loses a nucleotide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Sets -m from the longest transcript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Aborts on transcripts over ~2000 nt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Labels each hit 5'UTR / CDS / 3'UTR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 no idea what a region is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Splits the work across CPU cores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Single-threaded, one process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Treats mfe 0.0 at position 0 as no hit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Reports absence as a perfect hit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 is theirs. The correct use of it is mine.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RNAhybrid — What the Result Means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number, and two abilities nothing else in the tool has.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0020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ΔG  in kcal/mol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3858768" y="16002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Folding energy of the duplex. Lower is stronger.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20370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Non-canonical sites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3858768" y="220370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-f 2,7 forces seed pairing but allows G:U wobble.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80720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5'UTR and CDS sites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858768" y="280720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transcript is folded, not just the 3'UTR.</a:t>
            </a:r>
            <a:endParaRPr lang="en-US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65760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371600"/>
                <a:gridCol w="1188720"/>
                <a:gridCol w="69494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ΔG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Pairing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F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PDCD4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3'UTR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-18.5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Watson-Crick — the canonical 8mer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GAPDH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-20.6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G:U wobbles in the seed helix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566928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wobble site in a housekeeping gene scores stronger than the validated target.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why the four tools are never merged into one score.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TargetScan — How I Integrated 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8.0 files downloaded. Data unmodified. I wrote the loader and the wrapper.</a:t>
            </a:r>
            <a:endParaRPr lang="en-US" sz="1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41248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 did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F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Downloaded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of the 14 files — annotations and summary counts only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Filtered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 only: 9,995 miRNA rows became 2,606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Measured first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Transcript choice differs for 38.7 % of genes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Joined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Ensembl gene → symbol → alias  =  18,593 of 19,474  (95.5 %)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Loaded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7,501,712 rows; 226,824 dropped and counted, not lost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5074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did not download a single position file.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55595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Those coordinates are measured on TargetScan's transcript, not ours, so they could never be used.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TargetScan — Modification and Result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modification, and two numbers that measure different things.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54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modification:  gene-level integration only.  No TargetScan position is ever stored or shown.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4028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035040"/>
                <a:gridCol w="301752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is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Direction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F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context++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Predicted log fold change in mRNA level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Lower = stronger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Probability the site is conserved by selection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Higher = stronger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40965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flags travel with every row</a:t>
            </a:r>
            <a:endParaRPr lang="en-US" sz="19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553712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7498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in_default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TargetScan's own high-confidence list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is_mane = 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This prediction was computed on a different transcript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seed_matches_current = 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miRBase has re-annotated this seed since v8.0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miRTarBase — How I Integrated 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10.0. 4,004,479 human rows. Data unmodified.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54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column, my two flags.  Support Type is theirs; splitting it into functional + strong is mine.</a:t>
            </a:r>
            <a:endParaRPr lang="en-US" sz="1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40280"/>
          <a:ext cx="11064240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1828800"/>
                <a:gridCol w="1737360"/>
                <a:gridCol w="310896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Their Support Type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functional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Rows in the file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F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Functional MTI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18,044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Functional MTI (Weak)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3,981,769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Non-Functional MTI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4,236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Non-Functional MTI (Weak)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5166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99.4 % of the file is weak evidence.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Collapsing this into one “validated” flag would give 4 million screen hits the weight of 18,000 lab assays.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miRTarBase — What the Result Means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cases, measured across 1,612,045 pairs in my database.</a:t>
            </a:r>
            <a:endParaRPr lang="en-US" sz="1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920240"/>
                <a:gridCol w="557784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Pairs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Meaning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F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validated_strong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8,575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Directly tested in a lab — luciferase, Western blot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reported_weak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1,603,177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screen picked it up. Never tested directly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evidence_of_no_effect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Tested and found NOT to regulate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(empty)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Nobody has published on this pair — possibly novel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44988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one pair has both strong yes and strong no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4956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2,120 pairs — one in four of all validated pairs. Both counts are reported. The tool never decides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5303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lab was right. Example: miR-21 → PDCD4 carries 59 strong yes and 3 strong no, over 60 papers.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583387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cell lines and conditions give different answers. That is real biology, not bad data.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GO and KEGG — How I Built 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clusterProfiler does the statistics. Every decision about what to feed it is mine.</a:t>
            </a:r>
            <a:endParaRPr lang="en-US" sz="1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621792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it happens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F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ticks filter boxes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web page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Boxes become a gene list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src/geneset.py  —  mine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 list + background written out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and KEGG enrichment run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R/enrich.R  →  clusterProfiler 4.18.4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Results read back and stored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src/enrichment.py  —  mine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4937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decisions worth defending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543153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= all 19,363 MANE genes, passed to R explicitly. Omitting it makes clusterProfiler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579729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substitute its whole database. Every p-value stores its four integers, so it can be recomputed.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and KEGG — What the Result Means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381 genes with a conserved TargetScan site, tested against 19,363 MANE genes.</a:t>
            </a:r>
            <a:endParaRPr lang="en-US" sz="1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2011680"/>
                <a:gridCol w="301752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pathway (KEGG)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Adjusted p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F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MicroRNAs in cancer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 × 10⁻⁵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MAPK signalling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 × 10⁻⁴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Stem-cell pluripotency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 × 10⁻³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38587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Reached from sequence and conservation alone, with no knowledge of the literature.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44074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negative results I kept</a:t>
            </a:r>
            <a:endParaRPr lang="en-US" sz="19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882896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768096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8mer list alone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628 genes, all recognised, ZERO enriched terms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8mer ∩ TargetScan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Ranked 8th of 11 against random lists. Adds nothing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66928" y="61447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canonical 8mer anywhere in a transcript is not evidence of function.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Target Network — How I Built 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vis-network 10.1.2 draws it. Everything it draws comes from rows already in the database.</a:t>
            </a:r>
            <a:endParaRPr lang="en-US" sz="1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572000"/>
                <a:gridCol w="37490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Edge type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means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Width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miRNA → gene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This tool found this target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many of the 4 tools agree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 — gene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These two share enriched terms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many terms they share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34564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limits I had to add</a:t>
            </a:r>
            <a:endParaRPr lang="en-US" sz="19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931920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408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Terms over 12 genes skipped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genes is 190 edges from one term alone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Maximum 400 gene-gene edges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More becomes grey soup. The count dropped is reported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pathway run = star only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says so, rather than looking quietly incomplete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66928" y="56875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network computes nothing new. It reads the same rows through the same functions as the table,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60533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two can never disagree.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Network — What It Shows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colours, and four things you can read off the picture.</a:t>
            </a:r>
            <a:endParaRPr lang="en-US" sz="1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8696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Colour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F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miRNA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Blue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Validated — miRTarBase evidence exists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Predicted only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367588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is not a stronger prediction. It is a different kind of claim, so it gets its own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4023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rather than a place on a scale.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453542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read from it</a:t>
            </a:r>
            <a:endParaRPr lang="en-US" sz="19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974336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408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tight cluster of blue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Validated targets working in the same pathway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yellow node inside it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Predicted, unproven, sitting in proven biology — the lead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isolated node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hit with no pathway connection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— What Is Mine, What Is Theirs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tools, two analyses, one shared coordinate system.</a:t>
            </a:r>
            <a:endParaRPr lang="en-US" sz="1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200400"/>
                <a:gridCol w="5029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Origin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its result means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Seed Analyser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wrote it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perfect match is physically present here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RNAhybrid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Package, unmodified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This duplex folds at this energy, here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TargetScan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Files, unmodified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Conserved across species, somewhere in the 3'UTR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miRTarBase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Files, unmodified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lab tested this — here are the papers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KEGG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clusterProfiler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These genes share a biological programme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vis-network + my code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Which of these targets belong together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5394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result is kept in its own column. None of them are merged into a single score,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in testing they disagreed in ways that were biologically meaningful.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miRPanel — Tools and Results</dc:title>
  <dc:subject>PptxGenJS Presentation</dc:subject>
  <dc:creator>Aungshuman Das</dc:creator>
  <cp:lastModifiedBy>Aungshuman Das</cp:lastModifiedBy>
  <cp:revision>1</cp:revision>
  <dcterms:created xsi:type="dcterms:W3CDTF">2026-09-17T07:19:13Z</dcterms:created>
  <dcterms:modified xsi:type="dcterms:W3CDTF">2026-09-17T07:19:13Z</dcterms:modified>
</cp:coreProperties>
</file>